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사전분석 연구 프로토콜: 인지된 스트레스·근로 요인, 이명, 청력 결과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 연구 프로토콜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724912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결과 없음(프로토콜)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사이언스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v0.8 · 2026년 8월 1일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인과관계가 아닌 연관성 규명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인구집단 데이터와 공개 의료 AI를 활용해 스트레스·이명·난청 사이의 강건하고 임상적으로 유용한 연관성을 규명할 수 있는가?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관련 노출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스트레스, 근로 변수, 수면, 소음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 / 청력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순음청력검사, 이명, 청력 곤란, 비대칭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 실행가능성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의뢰, 재활, 추적관찰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공개 데이터는 연관성과 재현 가능한 벤치마크에, 치료 시기·회복·중재 문제는 전향적 임상 코호트로 규명한다.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선정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KNHANES, 외부검증용 NHANES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307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대상, 이명/청력 선행연구, 순음청력 및 건강 공변량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NHANES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CDC 자료, 순음청력, 소음 노출, 국가 간 강건성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OHHR / OpenNeuro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방법 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593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청각학·신경생리 하위연구에 유용, 주 스트레스-결과 분석에는 부적합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직장 스트레스 + 이명 + 순음청력 + 치료 경과를 모두 담은 단일 공개 데이터셋은 없다. KNHANES/NHANES가 가장 강력한 공개 기준선을 제공하며, 치료 시기와 회복은 병원 코호트로 다룬다.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데이터에서 임상 확장까지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19786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KDCA로 KNHANES, CDC로 NHANES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6654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스트레스·소음·이명·순음청력 매핑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93522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복합표본 가중 연관성 모형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38039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학습, NHANES 검정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46725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임상데이터 + 임상의 검증 LLM 추출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AI의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MedGemma 등 공개 모델은 임상의 대체가 아닌 연구 가속 도구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97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1704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연계 설명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탐지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47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41985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진단·스테로이드 권고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169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응급징후 억제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계층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103120"/>
            <a:ext cx="2560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스키마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프롬프트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공정성·오류 검토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기여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청각학계를 위한 신뢰성·강건성·유용성 향상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연관성 프레임워크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스트레스–이명과 스트레스–역치를 구분; 인과 주장 없음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국가 간 검증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KNHANES→NHANES: 보정·재보정·공통지원·공정성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거버넌스 안전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 추출 + 결정론적 응급징후 우선 대체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공개 재현 스캐폴드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매핑·코드·모델카드·안전테스트·합성데이터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공개 데이터 논문, 다음은 임상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요청: 변수 검증, 청각학 결과지표 정교화, 실현 가능한 임상 데이터 항목 발굴, IRB 제출 전 안전 제약 검토.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및 사전 가설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 고정한 반증 가능한 주장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후에도 인지된 스트레스는 이명과 연관; 연령·소음 보정 시 스트레스-역치 연관성은 약화된다.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모형은 NHANES에서 변별력을 유지; 재보정으로 보정도가 회복된다(이명 &gt; 난청 모형).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안전·설명가능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제약 추출은 임상의 검증 정확도가 높고, 응급징후 계층은 거의 완전한 재현율을 달성한다.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 기여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코드·데이터 사전·모델 카드·프롬프트·합성데이터 경로로 전 세계 재사용 장벽을 낮춘다.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엄밀성, 보고, 그리고 치료 골든타임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신뢰할 수 있고 안전하게 만드는 요소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사전지정 · DAG 기반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주기·연령·종말점·지표 고정; 최소충분 보정집합; 매개변수(기분/수면) 별도 모델링.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AUROC를 넘어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보정(전체·기울기, 재보정 전후), 공통지원, 결정곡선; SHAP 한계 명시.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한정 + 공정성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사용목적 명시(선별·진단 아님); SES·인종 포함 하위집단.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안전장치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응급징후 우선 대체; 2인 전문가 비네트, 민감도 95% CI — 유한집합 1.0 ≠ 무누락 보장.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이명·난청·스트레스 관련 노출과 안전한 AI 보조 임상 학습을 위한 공개·재현 가능한 청각학 연구.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변수 매핑을 확정하고 KNHANES/NHANES 기준선 분석을 실행.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StressEar-AI (한글판)</dc:title>
  <dc:subject>StressEar-AI AJA study (Korean)</dc:subject>
  <dc:creator>Geunsik Lim and Hyun Jo</dc:creator>
  <cp:lastModifiedBy>Geunsik Lim and Hyun Jo</cp:lastModifiedBy>
  <cp:revision>1</cp:revision>
  <dcterms:created xsi:type="dcterms:W3CDTF">2026-08-01T01:11:46Z</dcterms:created>
  <dcterms:modified xsi:type="dcterms:W3CDTF">2026-08-01T01:11:46Z</dcterms:modified>
</cp:coreProperties>
</file>