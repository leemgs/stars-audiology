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481328"/>
            <a:ext cx="6583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인지된 스트레스는 청력 역치보다 이명 증상과 더 연관 — 복합표본 가중 KNHANES 연구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724912"/>
            <a:ext cx="1316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AJA 연구논문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272491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+ NHANES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0" y="265176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87952" y="2724912"/>
            <a:ext cx="1316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결과 보고됨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543800" y="868680"/>
            <a:ext cx="1417320" cy="1417320"/>
          </a:xfrm>
          <a:prstGeom prst="ellipse">
            <a:avLst/>
          </a:prstGeom>
          <a:solidFill>
            <a:srgbClr val="4E79A7">
              <a:alpha val="88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331720"/>
            <a:ext cx="1417320" cy="1417320"/>
          </a:xfrm>
          <a:prstGeom prst="ellipse">
            <a:avLst/>
          </a:prstGeom>
          <a:solidFill>
            <a:srgbClr val="59A14F">
              <a:alpha val="88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3794760"/>
            <a:ext cx="1417320" cy="1417320"/>
          </a:xfrm>
          <a:prstGeom prst="ellipse">
            <a:avLst/>
          </a:prstGeom>
          <a:solidFill>
            <a:srgbClr val="F28E2B">
              <a:alpha val="88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13898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73768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사이언스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4968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Geunsik Lim · Hyun Jo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· 2026년 8월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연구 질문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인과관계가 아닌 연관성 규명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인지된 스트레스는 청력 역치보다 이명 증상과 더 강하게 연관되는가? 사전지정·복합표본 가중 공개데이터 검정.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28E2B">
              <a:alpha val="95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 관련 노출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인지된 스트레스, 근로 변수, 수면, 소음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4E79A7">
              <a:alpha val="95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이명 / 청력 결과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순음청력검사, 이명, 청력 곤란, 비대칭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59A14F">
              <a:alpha val="95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임상적 실행가능성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의뢰, 재활, 추적관찰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공개 데이터는 연관성과 재현 가능한 벤치마크에, 치료 시기·회복·중재 문제는 전향적 임상 코호트로 규명한다.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결과 (실제 KNHANES 데이터)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40–69세 · 2010–2012 · 복합표본 가중; 인과 아닌 연관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EEF6FF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447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인지된 스트레스 → 이명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E7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 1.42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(95% CI 1.26–1.60, p&lt;0.001)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— 유의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FF7ED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447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인지된 스트레스 → 청력손실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 1.18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(0.99–1.41, p=0.07, 비유의)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청력 역치 — 약화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337560"/>
            <a:ext cx="10652760" cy="548640"/>
          </a:xfrm>
          <a:prstGeom prst="roundRect">
            <a:avLst>
              <a:gd name="adj" fmla="val 10000"/>
            </a:avLst>
          </a:prstGeom>
          <a:solidFill>
            <a:srgbClr val="59A14F">
              <a:alpha val="92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438144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vs 역치 해리 (가설 H1): 소음·연령 보정 후, 스트레스는 청력 역치가 아닌 이명 증상과 연관된다.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114800"/>
            <a:ext cx="10515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강건성: 이명 연관성은 우울(1.29)·청력손실(1.44) 보정 후에도, 비괴로운 이명(1.24)에서도 유지 — 단순 역인과로 설명되지 않음.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828800" y="48006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9011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21.1%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28800" y="5303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유병률: 이명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8006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9011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15.4%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5303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유병률: 청력손실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48006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49011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24.3%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98080" y="5303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유병률: 고스트레스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선정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개발 KNHANES(스트레스 문항 보유), 보조 NHANES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EE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1344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개발 데이터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49240" y="1307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 대상, 이명/청력 선행연구, 순음청력 및 건강 공변량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0FB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NHANES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2487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A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2450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CDC 자료, 순음청력, 소음 노출, 국가 간 강건성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11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OHHR / OpenNeuro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63240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방법 검증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3593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청각학·신경생리 하위연구에 유용, 주 스트레스-결과 분석에는 부적합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93776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직장 스트레스 + 이명 + 순음청력 + 치료 경과를 모두 담은 단일 공개 데이터셋은 없다. KNHANES/NHANES가 가장 강력한 공개 기준선을 제공하며, 치료 시기와 회복은 병원 코호트로 다룬다.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파이프라인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데이터에서 임상 확장까지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1880" y="119786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KDCA로 KNHANES, CDC로 NHANES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166420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305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06654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스트레스·소음·이명·순음청력 매핑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253288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992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898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11880" y="293522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복합표본 가중 연관성 모형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340156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67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1880" y="380390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학습, NHANES 검정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78992" y="427024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11880" y="46725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아주대 임상데이터 + 임상의 검증 LLM 추출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의료 AI의 역할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MedGemma 등 공개 모델은 임상의 대체가 아닌 연구 가속 도구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197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170432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추출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192024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연계 설명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96896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670048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데이터 탐지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447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41985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진단·스테로이드 권고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970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416966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응급징후 억제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계층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18120" y="2103120"/>
            <a:ext cx="2560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임상의 검증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스키마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 프롬프트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공정성·오류 검토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기여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청각학계를 위한 신뢰성·강건성·유용성 향상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주 발견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인지된 스트레스의 증상 vs 역치 해리(이명 OR 1.42; 역치 비유의); 인과 주장 없음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공개 재현 스캐폴드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매핑·단위테스트된 설계기반 추정기·모델카드·안전테스트 — 모든 수치 재생성 가능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국가 간 검증 (전향적)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KNHANES→NHANES: 보정·재보정·공통지원·공정성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거버넌스 안전 AI (전향적)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8912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임상의 검증 추출 + 결정론적 응급징후 우선 대체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계획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공개 데이터 논문, 다음은 임상 검증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148840" cy="100584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148840" cy="1005840"/>
          </a:xfrm>
          <a:prstGeom prst="chevron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코호트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1920240"/>
            <a:ext cx="2148840" cy="100584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148840" cy="1005840"/>
          </a:xfrm>
          <a:prstGeom prst="chevron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1396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AJA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 요청: 변수 검증, 청각학 결과지표 정교화, 실현 가능한 임상 데이터 항목 발굴, IRB 제출 전 안전 제약 검토.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목표 및 사전 가설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전 고정한 반증 가능한 주장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연관성 — 지지됨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후 인지된 스트레스는 이명과 연관(OR 1.42); 연령·소음 보정 시 스트레스-역치 연관성은 비유의로 약화(OR 1.18).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 (전향적)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788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모형은 NHANES에서 변별력을 유지; 재보정으로 보정도가 회복된다(이명 &gt; 난청 모형).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67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안전·설명가능 AI (전향적)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3931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제약 추출은 임상의 검증 정확도가 높고, 응급징후 계층은 거의 완전한 재현율을 달성한다.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0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4028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홍익 기여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40280" y="5074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코드·데이터 사전·모델 카드·프롬프트·합성데이터 경로로 전 세계 재사용 장벽을 낮춘다.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엄밀성, 보고, 그리고 치료 골든타임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프레임워크를 신뢰할 수 있고 안전하게 만드는 요소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72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사전지정 · DAG 기반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1109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주기·연령·종말점·지표 고정; 최소충분 보정집합; 매개변수(기분/수면) 별도 모델링.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5448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72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AUROC를 넘어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1109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보정(전체·기울기, 재보정 전후), 공통지원, 결정곡선; SHAP 한계 명시.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연구용 한정 + 공정성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3425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사용목적 명시(선별·진단 아님); SES·인종 포함 하위집단.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544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골든타임 안전장치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3425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응급징후 우선 대체; 2인 전문가 비네트, 민감도 95% CI — 유한집합 1.0 ≠ 무누락 보장.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이명·난청·스트레스 관련 노출과 안전한 AI 보조 임상 학습을 위한 공개·재현 가능한 청각학 연구.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주 KNHANES 발견을 보고했고 완전히 재현 가능. 다음: AJA 투고; 전향적 국가 간 검증·AI 추출·임상 확장.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Geunsik Lim · leemgs@g.skku.edu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 Jo · joehyun@ajou.ac.kr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Sungkyunkwan University / Ajou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STARS (한글판)</dc:title>
  <dc:subject>STARS AJA study (Korean)</dc:subject>
  <dc:creator>Geunsik Lim and Hyun Jo</dc:creator>
  <cp:lastModifiedBy>Geunsik Lim and Hyun Jo</cp:lastModifiedBy>
  <cp:revision>1</cp:revision>
  <dcterms:created xsi:type="dcterms:W3CDTF">2026-08-03T10:59:12Z</dcterms:created>
  <dcterms:modified xsi:type="dcterms:W3CDTF">2026-08-03T10:59:12Z</dcterms:modified>
</cp:coreProperties>
</file>