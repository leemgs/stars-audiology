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</a:rPr>
              <a:t>StressEar-AI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Public-data development and external validation framework for occupational stress, tinnitus, and hearing outcomes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American Journal of Audiology target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8036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2651760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27249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Open medical AI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Audiology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Draft v0.7 · July 31,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Core 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Association, not unsupported causation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</a:rPr>
              <a:t>Can public population datasets and open medical AI help researchers identify robust, clinically useful associations among stress, tinnitus, and hearing outcomes?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Stress-related exposure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perceived stress, work variables, sleep,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Tinnitus / hearing outcomes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audiometry, tinnitus, hearing difficulty, asymmetry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Clinical actionability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referral safety, rehabilitation, follow-up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Principle: use public data for associations and reproducible benchmarks; use prospective clinical cohorts for timing, recovery, and intervention questions.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Dataset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KNHANES selected as development dataset; NHANES selected as external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KNHANES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1752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</a:rPr>
              <a:t>Primary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307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Korean population, prior tinnitus/hearing research, audiometry and health covariates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NHANES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</a:rPr>
              <a:t>External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450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Public CDC files, audiometry, noise exposure, cross-national robustness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OHHR / OpenNeuro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</a:rPr>
              <a:t>Secondary methods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593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Useful for audiology or neurophysiology substudy, not main stress-outcome analysis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Reasoning: no single public dataset fully captures workplace stress + tinnitus + audiometry + treatment course. KNHANES/NHANES give the strongest public baseline; hospital cohorts handle treatment timing and recovery.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Analysis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From public data to clinical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Download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1978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KNHANES via KDCA; NHANES via CDC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Harmonize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665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Map stress, noise, tinnitus, audiometry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Estimate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29000" y="293522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Survey-weighted association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Validate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8039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Train on KNHANES, test on NHANES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Extend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467258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Ajou clinical data + clinician-verified LLM extraction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 medical AI role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MedGemma or similar model as a research accelerator, not a clinician replacement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161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11704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Schema extraction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6596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Evidence-linked explanations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157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6700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Missing data detection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655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41985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Diagnosis or steroid advice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15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41696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Suppressing red flags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Trust layer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057400"/>
            <a:ext cx="2560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clinician verification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fixed schema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versioned prompts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external 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fairness and error review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Expected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Higher credibility, robustness, and usefulness for the audiology community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Reproducible public baseline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KNHANES + NHANES mapping and 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Clinical audiology focus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PTA, asymmetry, tinnitus burden, hearing difficulty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Safe AI design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No diagnosis; red-flag rules override probabilistic estimates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Open collaboration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GitHub-ready package with paper, code, and slides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Collaboration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Public-data manuscript now; clinical validation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Public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Clinical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cohort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Ask from collaborators: validate variables, refine audiology outcomes, identify feasible clinical data fields, and review safety constraints before IRB submission.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Aims and prespecified hypotheses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Falsifiable claims frozen before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Association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Perceived stress is associated with tinnitus after adjustment; the stress–threshold association attenuates once age and noise are controlled.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Transportability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KNHANES models retain discrimination in NHANES; calibration is restored by recalibration (tinnitus &gt; hearing-loss model).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Safe, explainable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Schema-constrained extraction reaches high clinician-verified accuracy; the red-flag layer achieves near-complete recall.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Shared benefit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Open code, data dictionary, model cards, prompts, and a synthetic-data path lower the barrier for global reuse.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Rigor, reporting, and the treatment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What makes the framework credible and safe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Reporting standards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STROBE (observational) + TRIPOD+AI (prediction); frozen targets, predictors, and metrics.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Beyond AUROC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Calibration slope/intercept, Brier, decision-curve utility, SHAP interpretability.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Fairness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Subgroup discrimination and calibration by sex, age, employment, noise, asymmetry.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Golden-window safety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Deterministic red-flag layer overrides the model for SSNHL / neuro signs — validated at recall = 1.0 on curated vignettes.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StressEar-AI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Open, reproducible audiology research for tinnitus, hearing loss, stress-related exposures, and safe AI-assisted clinical learning.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</a:rPr>
              <a:t>Next step: finalize variable mapping and run KNHANES/NHANES baseline analysis.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StressEar-AI</dc:title>
  <dc:subject>StressEar-AI AJA study</dc:subject>
  <dc:creator>Geunsik Lim and Hyun Jo</dc:creator>
  <cp:lastModifiedBy>Geunsik Lim and Hyun Jo</cp:lastModifiedBy>
  <cp:revision>1</cp:revision>
  <dcterms:created xsi:type="dcterms:W3CDTF">2026-08-01T00:35:09Z</dcterms:created>
  <dcterms:modified xsi:type="dcterms:W3CDTF">2026-08-01T00:35:09Z</dcterms:modified>
</cp:coreProperties>
</file>