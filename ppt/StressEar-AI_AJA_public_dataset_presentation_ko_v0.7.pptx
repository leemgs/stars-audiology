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1481328"/>
            <a:ext cx="6583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직장인 스트레스·이명·난청의 연관성을 위한 공개 데이터 기반 개발 및 외부검증 프레임워크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85800" y="2651760"/>
            <a:ext cx="2148840" cy="310896"/>
          </a:xfrm>
          <a:prstGeom prst="roundRect">
            <a:avLst>
              <a:gd name="adj" fmla="val 17647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2724912"/>
            <a:ext cx="20025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American Journal of Audiology 목표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2971800" y="2651760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44952" y="2724912"/>
            <a:ext cx="1545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+ NHANES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800600" y="265176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2724912"/>
            <a:ext cx="12252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의료 AI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543800" y="868680"/>
            <a:ext cx="1417320" cy="1417320"/>
          </a:xfrm>
          <a:prstGeom prst="ellipse">
            <a:avLst/>
          </a:prstGeom>
          <a:solidFill>
            <a:srgbClr val="4E79A7">
              <a:alpha val="88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0" y="2331720"/>
            <a:ext cx="1417320" cy="1417320"/>
          </a:xfrm>
          <a:prstGeom prst="ellipse">
            <a:avLst/>
          </a:prstGeom>
          <a:solidFill>
            <a:srgbClr val="59A14F">
              <a:alpha val="88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43800" y="3794760"/>
            <a:ext cx="1417320" cy="1417320"/>
          </a:xfrm>
          <a:prstGeom prst="ellipse">
            <a:avLst/>
          </a:prstGeom>
          <a:solidFill>
            <a:srgbClr val="F28E2B">
              <a:alpha val="88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44968" y="13898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73768" y="2743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사이언스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44968" y="42062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Geunsik Lim · Hyun Jo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v0.7 · 2026년 7월 31일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연구 질문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인과관계가 아닌 연관성 규명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106070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인구집단 데이터와 공개 의료 AI를 활용해 스트레스·이명·난청 사이의 강건하고 임상적으로 유용한 연관성을 규명할 수 있는가?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91440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28E2B">
              <a:alpha val="95000"/>
            </a:srgbClr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 관련 노출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인지된 스트레스, 근로 변수, 수면, 소음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0624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4E79A7">
              <a:alpha val="95000"/>
            </a:srgbClr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이명 / 청력 결과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3484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순음청력검사, 이명, 청력 곤란, 비대칭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0" y="2423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59A14F">
              <a:alpha val="95000"/>
            </a:srgbClr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0" y="26974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임상적 실행가능성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26680" y="3044952"/>
            <a:ext cx="2286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의뢰, 재활, 추적관찰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49440" y="3063240"/>
            <a:ext cx="5029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97280" y="48006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공개 데이터는 연관성과 재현 가능한 벤치마크에, 치료 시기·회복·중재 문제는 전향적 임상 코호트로 규명한다.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선정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개발용 KNHANES, 외부검증용 NHANES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143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EEF6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063240" y="1344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7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개발 데이터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349240" y="1307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 대상, 이명/청력 선행연구, 순음청력 및 건강 공변량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0FBF3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468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NHANES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63240" y="2487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A1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2450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CDC 자료, 순음청력, 소음 노출, 국가 간 강건성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10698480" cy="868680"/>
          </a:xfrm>
          <a:prstGeom prst="roundRect">
            <a:avLst>
              <a:gd name="adj" fmla="val 4211"/>
            </a:avLst>
          </a:prstGeom>
          <a:solidFill>
            <a:srgbClr val="FFF7ED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611880"/>
            <a:ext cx="1920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OHHR / OpenNeuro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63240" y="363016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8E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방법 검증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49240" y="3593592"/>
            <a:ext cx="5623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청각학·신경생리 하위연구에 유용, 주 스트레스-결과 분석에는 부적합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937760"/>
            <a:ext cx="102412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직장 스트레스 + 이명 + 순음청력 + 치료 경과를 모두 담은 단일 공개 데이터셋은 없다. KNHANES/NHANES가 가장 강력한 공개 기준선을 제공하며, 치료 시기와 회복은 병원 코호트로 다룬다.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파이프라인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데이터에서 임상 확장까지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161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1880" y="119786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KDCA로 KNHANES, CDC로 NHANES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78992" y="166420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305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029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조화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206654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스트레스·소음·이명·순음청력 매핑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78992" y="253288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992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898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11880" y="293522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복합표본 가중 연관성 모형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8992" y="340156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374904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86791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11880" y="380390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학습, NHANES 검정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78992" y="4270248"/>
            <a:ext cx="0" cy="347472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617720"/>
            <a:ext cx="502920" cy="502920"/>
          </a:xfrm>
          <a:prstGeom prst="ellipse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87552" y="47365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6360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611880" y="4672584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아주대 임상데이터 + 임상의 검증 LLM 추출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의료 AI의 역할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MedGemma 등 공개 모델은 임상의 대체가 아닌 연구 가속 도구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09728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19786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1170432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추출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192024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연계 설명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2596896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6974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23160" y="2670048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 데이터 탐지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3346704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447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23160" y="341985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진단·스테로이드 권고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4096512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19709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416966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응급징후 억제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98080" y="1188720"/>
            <a:ext cx="3154680" cy="3291840"/>
          </a:xfrm>
          <a:prstGeom prst="roundRect">
            <a:avLst>
              <a:gd name="adj" fmla="val 2319"/>
            </a:avLst>
          </a:prstGeom>
          <a:solidFill>
            <a:srgbClr val="F4F7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18120" y="1508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계층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818120" y="2103120"/>
            <a:ext cx="2560320" cy="2103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임상의 검증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스키마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관리 프롬프트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검증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공정성·오류 검토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기여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청각학계를 위한 신뢰성·강건성·유용성 향상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가능한 공개 기준선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+ NHANES 매핑 및 코드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527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 청각학 초점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PTA, 비대칭, 이명 부담, 청력 곤란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0876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AI 설계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8912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진단 없음; 응급징후 규칙이 확률 추정을 우선 대체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9502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협업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89120"/>
            <a:ext cx="3977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논문·코드·슬라이드를 담은 GitHub 패키지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 계획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공개 데이터 논문, 다음은 임상 검증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148840" cy="1005840"/>
          </a:xfrm>
          <a:prstGeom prst="chevron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017520" y="1920240"/>
            <a:ext cx="2148840" cy="1005840"/>
          </a:xfrm>
          <a:prstGeom prst="chevron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임상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코호트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257800" y="1920240"/>
            <a:ext cx="2148840" cy="1005840"/>
          </a:xfrm>
          <a:prstGeom prst="chevron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0" y="213969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모형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498080" y="1920240"/>
            <a:ext cx="2148840" cy="1005840"/>
          </a:xfrm>
          <a:prstGeom prst="chevron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82128" y="21396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AJA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101498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 요청: 변수 검증, 청각학 결과지표 정교화, 실현 가능한 임상 데이터 항목 발굴, IRB 제출 전 안전 제약 검토.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 목표 및 사전 가설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전 고정한 반증 가능한 주장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77240" y="1188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4028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연관성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40280" y="1645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후에도 인지된 스트레스는 이명과 연관; 연령·소음 보정 시 스트레스-역치 연관성은 약화된다.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2331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24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4028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이식성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0280" y="2788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KNHANES 모형은 NHANES에서 변별력을 유지; 재보정으로 보정도가 회복된다(이명 &gt; 난청 모형).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474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767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4028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안전·설명가능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240280" y="3931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스키마 제약 추출은 임상의 검증 정확도가 높고, 응급징후 계층은 거의 완전한 재현율을 달성한다.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617720"/>
            <a:ext cx="1234440" cy="868680"/>
          </a:xfrm>
          <a:prstGeom prst="roundRect">
            <a:avLst>
              <a:gd name="adj" fmla="val 6316"/>
            </a:avLst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9103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240280" y="4709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홍익 기여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40280" y="5074920"/>
            <a:ext cx="8778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코드·데이터 사전·모델 카드·프롬프트·합성데이터 경로로 전 세계 재사용 장벽을 낮춘다.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엄밀성, 보고, 그리고 치료 골든타임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7955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프레임워크를 신뢰할 수 있고 안전하게 만드는 요소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6400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 | AJA 목표 공개 데이터 논문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82296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23444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72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표준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191109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STROBE(관찰연구) + TRIPOD+AI(예측); 목표·예측변수·지표를 사전 고정.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23444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234440"/>
            <a:ext cx="146304" cy="1554480"/>
          </a:xfrm>
          <a:prstGeom prst="rect">
            <a:avLst/>
          </a:prstGeom>
          <a:solidFill>
            <a:srgbClr val="59A14F"/>
          </a:solidFill>
          <a:ln w="12700">
            <a:solidFill>
              <a:srgbClr val="59A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4721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AUROC를 넘어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191109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보정 기울기/절편, Brier, 결정곡선 유용성, SHAP 해석가능성.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657600"/>
            <a:ext cx="146304" cy="1554480"/>
          </a:xfrm>
          <a:prstGeom prst="rect">
            <a:avLst/>
          </a:prstGeom>
          <a:solidFill>
            <a:srgbClr val="4E79A7"/>
          </a:solidFill>
          <a:ln w="12700">
            <a:solidFill>
              <a:srgbClr val="4E7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3425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성별·연령·고용·소음·비대칭 하위집단별 변별력과 보정도.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3657600"/>
            <a:ext cx="4663440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657600"/>
            <a:ext cx="146304" cy="1554480"/>
          </a:xfrm>
          <a:prstGeom prst="rect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8953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골든타임 안전장치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37960" y="4334256"/>
            <a:ext cx="41148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결정론적 응급징후 계층이 돌발성 난청/신경징후에 대해 모형을 우선 대체 — 선별 사례에서 재현율 1.0 검증.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82296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StressEar-AI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이명·난청·스트레스 관련 노출과 안전한 AI 보조 임상 학습을 위한 공개·재현 가능한 청각학 연구.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단계: 변수 매핑을 확정하고 KNHANES/NHANES 기준선 분석을 실행.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5623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Geunsik Lim · leemgs@g.skku.edu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DE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Hyun Jo · joehyun@ajou.ac.kr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Sungkyunkwan University / Ajou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StressEar-AI (한글판)</dc:title>
  <dc:subject>StressEar-AI AJA study (Korean)</dc:subject>
  <dc:creator>Geunsik Lim and Hyun Jo</dc:creator>
  <cp:lastModifiedBy>Geunsik Lim and Hyun Jo</cp:lastModifiedBy>
  <cp:revision>1</cp:revision>
  <dcterms:created xsi:type="dcterms:W3CDTF">2026-08-01T00:35:09Z</dcterms:created>
  <dcterms:modified xsi:type="dcterms:W3CDTF">2026-08-01T00:35:09Z</dcterms:modified>
</cp:coreProperties>
</file>