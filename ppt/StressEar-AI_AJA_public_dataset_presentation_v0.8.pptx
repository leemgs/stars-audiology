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</a:rPr>
              <a:t>StressEar-AI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A pre-analysis study protocol: perceived stress &amp; work-related factors, tinnitus, and hearing outcomes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AJA study protocol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2316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51960" y="2651760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2724912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No results yet (protocol)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Audiology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Draft v0.8 · August 1,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Core research question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Association, not unsupported causation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</a:rPr>
              <a:t>Can public population datasets and open medical AI help researchers identify robust, clinically useful associations among stress, tinnitus, and hearing outcomes?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Stress-related exposure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perceived stress, work variables, sleep, noise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Tinnitus / hearing outcomes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audiometry, tinnitus, hearing difficulty, asymmetry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Clinical actionability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referral safety, rehabilitation, follow-up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Principle: use public data for associations and reproducible benchmarks; use prospective clinical cohorts for timing, recovery, and intervention questions.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Dataset 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KNHANES selected as development dataset; NHANES selected as external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KNHANES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01752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</a:rPr>
              <a:t>Primary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307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Korean population, prior tinnitus/hearing research, audiometry and health covariates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NHANES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</a:rPr>
              <a:t>External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450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Public CDC files, audiometry, noise exposure, cross-national robustness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OHHR / OpenNeuro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01752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</a:rPr>
              <a:t>Secondary methods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593592"/>
            <a:ext cx="5669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Useful for audiology or neurophysiology substudy, not main stress-outcome analysis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</a:rPr>
              <a:t>Reasoning: no single public dataset fully captures workplace stress + tinnitus + audiometry + treatment course. KNHANES/NHANES give the strongest public baseline; hospital cohorts handle treatment timing and recovery.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Analysis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From public data to clinical extension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Download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19786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KNHANES via KDCA; NHANES via CDC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Harmonize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6654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Map stress, noise, tinnitus, audiometry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Estimate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29000" y="293522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Survey-weighted association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Validate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38039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Train on KNHANES, test on NHANES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Extend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29000" y="467258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Ajou clinical data + clinician-verified LLM extraction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 medical AI role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MedGemma or similar model as a research accelerator, not a clinician replacement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161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88920" y="117043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Schema extraction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6596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1920240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Evidence-linked explanations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7157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2670048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Missing data detection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46557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3419856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Diagnosis or steroid advice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1538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4169664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Suppressing red flags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</a:rPr>
              <a:t>Trust layer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057400"/>
            <a:ext cx="2560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clinician verification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fixed schema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versioned prompts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external 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fairness and error review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Expected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Higher credibility, robustness, and usefulness for the audiology community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1 · Association framework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Separate stress–tinnitus from stress–threshold; no causal claim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2 · Cross-national validation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KNHANES→NHANES: calibration, recalibration, common support, fairness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3 · Governed, safe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Clinician-verified extraction + deterministic red-flag override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4 · Open reproducible scaffold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Mappings, code, model cards, safety tests, synthetic-data path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Collaboration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Public-data manuscript now; clinical validation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Public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Clinical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cohort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76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Ask from collaborators: validate variables, refine audiology outcomes, identify feasible clinical data fields, and review safety constraints before IRB submission.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Aims and prespecified hypotheses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Falsifiable claims frozen before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Association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Perceived stress is associated with tinnitus after adjustment; the stress–threshold association attenuates once age and noise are controlled.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41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Transportability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KNHANES models retain discrimination in NHANES; calibration is restored by recalibration (tinnitus &gt; hearing-loss model).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Safe, explainable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Schema-constrained extraction reaches high clinician-verified accuracy; the red-flag layer achieves near-complete recall.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Shared benefit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Open code, data dictionary, model cards, prompts, and a synthetic-data path lower the barrier for global reuse.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Rigor, reporting, and the treatment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What makes the framework credible and safe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StressEar-AI | AJA-targeted public-data manuscript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Prespecified &amp; DAG-based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Fixed cycles, ages, endpoints, metrics; minimal sufficient adjustment set; mediators (mood/sleep) modeled separately.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90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Beyond AUROC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2938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Calibration-in-the-large &amp; slope (pre/post recalibration), common support, decision curves; SHAP caveated.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Research-use only + fairness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Declared model intended use (not screening/diagnosis); subgroups incl. SES &amp; race/ethnicity.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Golden-window safety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52544"/>
            <a:ext cx="41148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Deterministic red-flag override; dual-expert vignettes, sensitivity with 95% CI — finite-set 1.0 ≠ zero-miss guarantee.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StressEar-AI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Open, reproducible audiology research for tinnitus, hearing loss, stress-related exposures, and safe AI-assisted clinical learning.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</a:rPr>
              <a:t>Next step: finalize variable mapping and run KNHANES/NHANES baseline analysis.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StressEar-AI</dc:title>
  <dc:subject>StressEar-AI AJA study</dc:subject>
  <dc:creator>Geunsik Lim and Hyun Jo</dc:creator>
  <cp:lastModifiedBy>Geunsik Lim and Hyun Jo</cp:lastModifiedBy>
  <cp:revision>1</cp:revision>
  <dcterms:created xsi:type="dcterms:W3CDTF">2026-08-01T01:11:46Z</dcterms:created>
  <dcterms:modified xsi:type="dcterms:W3CDTF">2026-08-01T01:11:46Z</dcterms:modified>
</cp:coreProperties>
</file>